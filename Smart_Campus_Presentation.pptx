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97280"/>
            <a:ext cx="137160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EF2FF"/>
                </a:solidFill>
              </a:defRPr>
            </a:pPr>
            <a:r>
              <a:t>KLE SOCIETY'S P.C. JABIN SCIENCE COLLEGE, HUBBALLI • BCA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</a:defRPr>
            </a:pPr>
            <a:r>
              <a:t>Smart Campus Operations &amp;</a:t>
            </a:r>
            <a:br/>
            <a:r>
              <a:t>Facility Scheduling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An Automated Resource Allocation, Conflict-Prevention &amp; Administrative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937760"/>
            <a:ext cx="996696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07492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Developed &amp; Presented by: Omkar | Bachelor of Computer Applications (BCA)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Focus Areas: Full-Stack Web Architecture • Curriculum Timetable Engine • Role-Based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Campus Scheduling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548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🔴 The Traditional Manual Workflow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Verbal &amp; Paper Clashes: </a:t>
            </a:r>
            <a:r>
              <a:rPr b="0" sz="1200">
                <a:solidFill>
                  <a:srgbClr val="334155"/>
                </a:solidFill>
              </a:rPr>
              <a:t>Faculty and students manually booked seminar halls and labs through paper registers or verbal requests, leading to frequent schedule clashes.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Timetable Disruptions: </a:t>
            </a:r>
            <a:r>
              <a:rPr b="0" sz="1200">
                <a:solidFill>
                  <a:srgbClr val="334155"/>
                </a:solidFill>
              </a:rPr>
              <a:t>Special student seminars or faculty sessions often clashed with pre-scheduled, ongoing BCA curriculum lectures and labs.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Zero Central Visibility: </a:t>
            </a:r>
            <a:r>
              <a:rPr b="0" sz="1200">
                <a:solidFill>
                  <a:srgbClr val="334155"/>
                </a:solidFill>
              </a:rPr>
              <a:t>Department administrators had no real-time dashboard to monitor which rooms were occupied, vacant, or under maintenance.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Accountability Gaps: </a:t>
            </a:r>
            <a:r>
              <a:rPr b="0" sz="1200">
                <a:solidFill>
                  <a:srgbClr val="334155"/>
                </a:solidFill>
              </a:rPr>
              <a:t>No immutable audit logs existed to track who requested, approved, or cancelled facility allocations.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38CA"/>
                </a:solidFill>
              </a:defRPr>
            </a:pPr>
            <a:r>
              <a:t>🎯 Core Project Objectives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Automated Timetable Guard: </a:t>
            </a:r>
            <a:r>
              <a:rPr b="0" sz="1200">
                <a:solidFill>
                  <a:srgbClr val="334155"/>
                </a:solidFill>
              </a:rPr>
              <a:t>Protect all 232 official curriculum class hours so no student or faculty can book an occupied classroom (e.g. at 12:00 PM).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Strict Double-Booking Lock: </a:t>
            </a:r>
            <a:r>
              <a:rPr b="0" sz="1200">
                <a:solidFill>
                  <a:srgbClr val="334155"/>
                </a:solidFill>
              </a:rPr>
              <a:t>Mathematically prevent overlapping reservations on any room or lab across dates and times.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Fast 3-Tier Governance: </a:t>
            </a:r>
            <a:r>
              <a:rPr b="0" sz="1200">
                <a:solidFill>
                  <a:srgbClr val="334155"/>
                </a:solidFill>
              </a:rPr>
              <a:t>Streamlined access control for Students (request), Faculty (academic reserve), and Admin (review &amp; approve).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Zero Heavy Dependencies: </a:t>
            </a:r>
            <a:r>
              <a:rPr b="0" sz="1200">
                <a:solidFill>
                  <a:srgbClr val="334155"/>
                </a:solidFill>
              </a:rPr>
              <a:t>Deliver a robust, standalone architecture suitable for immediate deployment on college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Engineering Stack &amp; Architectural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548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03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914400" cy="7315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BACKEND FRAMEWORK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Python 3 &amp; Flask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Lightweight WSGI microframework delivering instant response times, clean routing, and minimal resource overhead without bloat.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2011680"/>
            <a:ext cx="914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DATABASE ENGINE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SQLite3 (Relational)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Zero-configuration ACID transactional storage enforcing foreign key cascades, date integrity, and serialized atomic bookings.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9144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FRONTEND &amp; UI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Tailwind CSS + JS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Responsive CDN-driven layout with zero node/npm build requirements, featuring dynamic client-side conflict listeners.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98280" y="2011680"/>
            <a:ext cx="9144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19456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SECURITY &amp; AUTH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Werkzeug Security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PBKDF2 SHA-256 password hashing, signed HTTP session cookies, role decorators, and strict input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t>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Real-Time Timetable Conflict Protection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548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04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338CA"/>
                </a:solidFill>
              </a:defRPr>
            </a:pPr>
            <a:r>
              <a:t>⚡ Intelligent Conflict Detection Workflow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Curriculum Pre-Mapping: </a:t>
            </a:r>
            <a:r>
              <a:rPr b="0" sz="1100">
                <a:solidFill>
                  <a:srgbClr val="334155"/>
                </a:solidFill>
              </a:rPr>
              <a:t>232 weekly lecture &amp; lab sessions across BCA I, III, &amp; V Semesters loaded directly into the relational timetable schema.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Selection Event Listener: </a:t>
            </a:r>
            <a:r>
              <a:rPr b="0" sz="1100">
                <a:solidFill>
                  <a:srgbClr val="334155"/>
                </a:solidFill>
              </a:rPr>
              <a:t>When a student or faculty selects a room, date, and hour (e.g. 12:00 PM), client-side JS queries '/api/check-availability' asynchronously.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Active Collision Match: </a:t>
            </a:r>
            <a:r>
              <a:rPr b="0" sz="1100">
                <a:solidFill>
                  <a:srgbClr val="334155"/>
                </a:solidFill>
              </a:rPr>
              <a:t>The engine runs interval overlap detection:
(class.start_time &lt; req_end) AND (class.end_time &gt; req_start)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✔ Automated UI Lockout: </a:t>
            </a:r>
            <a:r>
              <a:rPr b="0" sz="1100">
                <a:solidFill>
                  <a:srgbClr val="334155"/>
                </a:solidFill>
              </a:rPr>
              <a:t>If a conflict occurs, the booking button is immediately disabled with a warning: '⛔ Cannot Book — Class in Session at 12:00'.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4846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297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Live Conflict Demonstration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Scenario: User attempts to book Ubuntu Hall on Monday at 12:00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926080"/>
            <a:ext cx="4297680" cy="2560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3017520"/>
            <a:ext cx="3931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⛔ ROOM BUSY: CANNOT BOOK!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Curriculum Course: Design &amp; Analysis of Algorithms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Assigned Division: BCA III (A1) • Time: 12:00 PM – 1:00 PM</a:t>
            </a:r>
          </a:p>
          <a:p>
            <a:pPr>
              <a:defRPr sz="1100" b="1">
                <a:solidFill>
                  <a:srgbClr val="E11D48"/>
                </a:solidFill>
              </a:defRPr>
            </a:pPr>
            <a:r>
              <a:t>Result: 'Confirm &amp; Reserve' button is hard-disabled. Submission is mathematically blocked.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Operational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548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338CA"/>
                </a:solidFill>
              </a:defRPr>
            </a:pPr>
            <a:r>
              <a:t>🏫 Campus Facility Directory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27 Real College Spaces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Includes Ubuntu Hall, Windows Hall, Samza AIML Lab, Hadoop Big Data Lab, Flink Lab, Cloudera Labs, and the College Seminar Hall with live occupancy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🛡️ Dual Conflict Verification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Curriculum &amp; Peer Protection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Ensures zero clashing bookings between simultaneous student requests while giving absolute precedence to academic timetable schedules.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⚡ Admin Operations Console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1-Click Decision Workflow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Provides departmental administrators with real-time queues to approve or reject pending reservations with automatic user notifications.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📜 System Audit Ledger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Complete Accountability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Tamper-evident chronological audit logs recording user logins, reservation creations, cancellations, and administrative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4338CA"/>
                </a:solidFill>
              </a:defRPr>
            </a:pPr>
            <a:r>
              <a:t>IMPACT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Academic Value &amp; Evaluation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548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338CA"/>
                </a:solidFill>
              </a:defRPr>
            </a:pPr>
            <a:r>
              <a:t>0%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Double Bookings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schedule collision across all 27 campus facilities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338CA"/>
                </a:solidFill>
              </a:defRPr>
            </a:pPr>
            <a:r>
              <a:t>232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Protected Classes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BCA I, III, V semester schedule guarded 6 days/wk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338CA"/>
                </a:solidFill>
              </a:defRPr>
            </a:pPr>
            <a:r>
              <a:t>100%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Test Pass Rate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10 automated integration tests passing in unittest suite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737360"/>
            <a:ext cx="2560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8288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4338CA"/>
                </a:solidFill>
              </a:defRPr>
            </a:pPr>
            <a:r>
              <a:t>&lt; 50ms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API Response Time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High-speed real-time availability checks via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69848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🌟 Evaluation Strengths for BCA Viva &amp; Department Review</a:t>
            </a:r>
          </a:p>
          <a:p>
            <a:pPr>
              <a:defRPr sz="1200" b="1">
                <a:solidFill>
                  <a:srgbClr val="4338CA"/>
                </a:solidFill>
              </a:defRPr>
            </a:pPr>
            <a:r>
              <a:t>• Clean Architecture: </a:t>
            </a:r>
            <a:r>
              <a:rPr b="0" sz="1100">
                <a:solidFill>
                  <a:srgbClr val="334155"/>
                </a:solidFill>
              </a:rPr>
              <a:t>Adheres strictly to core Software Engineering principles: modular routes, clean relational schema, separation of concerns, and defensive data validation.</a:t>
            </a:r>
          </a:p>
          <a:p>
            <a:pPr>
              <a:defRPr sz="1200" b="1">
                <a:solidFill>
                  <a:srgbClr val="4338CA"/>
                </a:solidFill>
              </a:defRPr>
            </a:pPr>
            <a:r>
              <a:t>• Authentic College Data: </a:t>
            </a:r>
            <a:r>
              <a:rPr b="0" sz="1100">
                <a:solidFill>
                  <a:srgbClr val="334155"/>
                </a:solidFill>
              </a:rPr>
              <a:t>Configured specifically with P.C. Jabin's actual infrastructure (Ubuntu Hall, Android Hall, Samza AIML Lab) and official semester timetable schedules.</a:t>
            </a:r>
          </a:p>
          <a:p>
            <a:pPr>
              <a:defRPr sz="1200" b="1">
                <a:solidFill>
                  <a:srgbClr val="4338CA"/>
                </a:solidFill>
              </a:defRPr>
            </a:pPr>
            <a:r>
              <a:t>• No External Lock-In: </a:t>
            </a:r>
            <a:r>
              <a:rPr b="0" sz="1100">
                <a:solidFill>
                  <a:srgbClr val="334155"/>
                </a:solidFill>
              </a:rPr>
              <a:t>Built without heavyweight cloud subscriptions or costly SaaS software. Runs natively on standard Python runtime.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Live Demonstration &amp; System Links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The application is currently live, deployed, and accessible worldwide for evaluator testing.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EF2FF"/>
                </a:solidFill>
              </a:defRPr>
            </a:pPr>
            <a:r>
              <a:t>🌐 PUBLIC LIVE URL (WORLDWIDE ACCESS):</a:t>
            </a:r>
          </a:p>
          <a:p>
            <a:pPr>
              <a:defRPr sz="2000" b="1">
                <a:solidFill>
                  <a:srgbClr val="60A5FA"/>
                </a:solidFill>
              </a:defRPr>
            </a:pPr>
            <a:r>
              <a:t>https://wedding-functional-sons-friend.trycloudflare.com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749039"/>
            <a:ext cx="99669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🔑 Evaluation Demo Accounts &amp; Credentials:</a:t>
            </a:r>
          </a:p>
          <a:p>
            <a:pPr>
              <a:defRPr sz="1200" b="1">
                <a:solidFill>
                  <a:srgbClr val="D97706"/>
                </a:solidFill>
              </a:defRPr>
            </a:pPr>
            <a:r>
              <a:t>• Student Access: </a:t>
            </a:r>
            <a:r>
              <a:rPr b="0" sz="1100">
                <a:solidFill>
                  <a:srgbClr val="94A3B8"/>
                </a:solidFill>
              </a:rPr>
              <a:t>Enter any custom name or student@demo.edu / password123 — Tests facility booking, live class conflict lockout at 12:00 PM</a:t>
            </a:r>
          </a:p>
          <a:p>
            <a:pPr>
              <a:defRPr sz="1200" b="1">
                <a:solidFill>
                  <a:srgbClr val="D97706"/>
                </a:solidFill>
              </a:defRPr>
            </a:pPr>
            <a:r>
              <a:t>• Faculty Access: </a:t>
            </a:r>
            <a:r>
              <a:rPr b="0" sz="1100">
                <a:solidFill>
                  <a:srgbClr val="94A3B8"/>
                </a:solidFill>
              </a:rPr>
              <a:t>Enter faculty name or staff@demo.edu / password123 — Tests academic facility reservations and department scheduling</a:t>
            </a:r>
          </a:p>
          <a:p>
            <a:pPr>
              <a:defRPr sz="1200" b="1">
                <a:solidFill>
                  <a:srgbClr val="D97706"/>
                </a:solidFill>
              </a:defRPr>
            </a:pPr>
            <a:r>
              <a:t>• Admin Console: </a:t>
            </a:r>
            <a:r>
              <a:rPr b="0" sz="1100">
                <a:solidFill>
                  <a:srgbClr val="94A3B8"/>
                </a:solidFill>
              </a:rPr>
              <a:t>Username: admin@demo.edu / password123 — Tests 1-click approve/reject actions, issues, and audit ledger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